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885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Go-to-Market Strategy Framework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CloudFuze Configuration Migration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181905" y="2926080"/>
            <a:ext cx="1828800" cy="1828800"/>
          </a:xfrm>
          <a:prstGeom prst="ellipse">
            <a:avLst/>
          </a:prstGeom>
          <a:solidFill>
            <a:srgbClr val="EEF1F7"/>
          </a:solidFill>
          <a:ln w="12700">
            <a:solidFill>
              <a:srgbClr val="C9D2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181905" y="3383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F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CloudFuze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A1F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 Migrate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24705" y="1965960"/>
            <a:ext cx="950976" cy="950976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24705" y="196596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16929" y="1965960"/>
            <a:ext cx="950976" cy="950976"/>
          </a:xfrm>
          <a:prstGeom prst="ellipse">
            <a:avLst/>
          </a:prstGeom>
          <a:solidFill>
            <a:srgbClr val="3B6D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16929" y="196596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93185" y="3364992"/>
            <a:ext cx="950976" cy="950976"/>
          </a:xfrm>
          <a:prstGeom prst="ellipse">
            <a:avLst/>
          </a:prstGeom>
          <a:solidFill>
            <a:srgbClr val="9935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993185" y="3364992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48449" y="3364992"/>
            <a:ext cx="950976" cy="950976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248449" y="3364992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us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24705" y="4754880"/>
            <a:ext cx="950976" cy="950976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24705" y="475488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16929" y="4754880"/>
            <a:ext cx="950976" cy="950976"/>
          </a:xfrm>
          <a:prstGeom prst="ellipse">
            <a:avLst/>
          </a:prstGeom>
          <a:solidFill>
            <a:srgbClr val="993C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16929" y="475488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1143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Product 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14173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Move helpdesk settings, not just data: triggers, automations, SLA rules, macros</a:t>
            </a:r>
            <a:endParaRPr lang="en-US" sz="10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 first - full inventory before anything is touched</a:t>
            </a:r>
            <a:endParaRPr lang="en-US" sz="10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 approves every rule before it is created</a:t>
            </a:r>
            <a:endParaRPr lang="en-US" sz="10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test it works before go-live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017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Problem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2918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vendor moves tickets &amp; data — nobody moves the settings</a:t>
            </a:r>
            <a:endParaRPr lang="en-US" sz="10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Day one after go-live: no routing, no SLA timers, no escalations</a:t>
            </a:r>
            <a:endParaRPr lang="en-US" sz="10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Rebuilding by hand: ~800 hours, 2–3 months, $120K+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7091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Sales motion 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49834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Existing CloudFuze customers first</a:t>
            </a:r>
            <a:endParaRPr lang="en-US" sz="10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Revisit rejected / lost leads who asked about moving Environmental objects</a:t>
            </a:r>
            <a:endParaRPr lang="en-US" sz="10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CloudFuze Manage: discover customers on Zendesk / Freshdesk / ServiceNow </a:t>
            </a:r>
            <a:r>
              <a:rPr lang="en-US" sz="1000" dirty="0" err="1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etc</a:t>
            </a: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ITSM platforms</a:t>
            </a:r>
            <a:endParaRPr lang="en-US" sz="10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 direct sales, then consulting partners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23960" y="1143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Target customers 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23960" y="1417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Mid-size &amp; enterprise companies switching helpdesk platforms</a:t>
            </a:r>
            <a:endParaRPr lang="en-US" sz="10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Corridors: Zendesk-Freshdesk, ServiceNow→Jira</a:t>
            </a:r>
            <a:endParaRPr lang="en-US" sz="10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Buyers: IT head , support operations manager , consulting firms 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2880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 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23960" y="3154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Help Desk Migration: data only — Operating logics “rebuilt manually” </a:t>
            </a:r>
            <a:endParaRPr lang="en-US" sz="10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Salto: settings within the same platform only</a:t>
            </a:r>
            <a:endParaRPr lang="en-US" sz="10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Exalate: keeps tickets in sync, doesn’t move settings</a:t>
            </a:r>
            <a:endParaRPr lang="en-US" sz="10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Consultants: by hand at $150–300/hr</a:t>
            </a:r>
            <a:endParaRPr lang="en-US" sz="10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1A1F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Us: the only one moving settings across platforms — and proving they work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23960" y="5029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Business model 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23960" y="53035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Yearly platform license, priced per agent seat</a:t>
            </a:r>
            <a:endParaRPr lang="en-US" sz="10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Phased migrations over 1–2 years → renewals</a:t>
            </a:r>
            <a:endParaRPr lang="en-US" sz="10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 migration: monthly subscription watching their settings for changes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246</Words>
  <Application>Microsoft Office PowerPoint</Application>
  <PresentationFormat>Widescreen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Poppins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CloudFuze GTM Strategy Framework</dc:title>
  <dc:subject>PptxGenJS Presentation</dc:subject>
  <dc:creator>PptxGenJS</dc:creator>
  <cp:lastModifiedBy>Chaitanya Malle</cp:lastModifiedBy>
  <cp:revision>2</cp:revision>
  <dcterms:created xsi:type="dcterms:W3CDTF">2026-07-09T03:28:29Z</dcterms:created>
  <dcterms:modified xsi:type="dcterms:W3CDTF">2026-07-09T05:27:11Z</dcterms:modified>
</cp:coreProperties>
</file>